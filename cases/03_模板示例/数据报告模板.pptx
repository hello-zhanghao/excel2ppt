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{{图表:按地区汇总}}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占位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{{图表:按频段汇总}}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占位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A</c:v>
                </c:pt>
                <c:pt idx="1">
                  <c:v>B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{{图表:地区用户占比}}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占位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val>
        </c:ser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{{图表:速率多维统计}}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占位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{{图表:季度汇总}}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占位</c:v>
                </c:pt>
              </c:strCache>
            </c:strRef>
          </c:tx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 标题页</a:t>
            </a:r>
          </a:p>
          <a:p>
            <a:r>
              <a:t>数据源=透视结果.xlsx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82B49"/>
                </a:solidFill>
              </a:rPr>
              <a:t>5G 基站数据分析报告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595959"/>
                </a:solidFill>
              </a:rPr>
              <a:t>总基站数：{{按地区汇总.基站数.sum}}  |  总用户数：{{按频段汇总.总用户数.sum}}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595959"/>
                </a:solidFill>
              </a:rPr>
              <a:t>覆盖地区数：{{按地区汇总.行数}}  |  频段数：{{按频段汇总.行数}}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82B49"/>
                </a:solidFill>
              </a:rPr>
              <a:t>各地区基站分布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595959"/>
                </a:solidFill>
              </a:rPr>
              <a:t>华东基站数：{{按地区汇总.基站数.华东}}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9202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595959"/>
                </a:solidFill>
              </a:rPr>
              <a:t>华北基站数：{{按地区汇总.基站数.华北}}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688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595959"/>
                </a:solidFill>
              </a:rPr>
              <a:t>华南基站数：{{按地区汇总.基站数.华南}}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175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595959"/>
                </a:solidFill>
              </a:rPr>
              <a:t>华西基站数：{{按地区汇总.基站数.华西}}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657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E75B6"/>
                </a:solidFill>
              </a:rPr>
              <a:t>平均基站数：{{按地区汇总.基站数.avg}}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943600" y="1371600"/>
          <a:ext cx="576072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82B49"/>
                </a:solidFill>
              </a:rPr>
              <a:t>频段维度统计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595959"/>
                </a:solidFill>
              </a:rPr>
              <a:t>n78 平均用户数：{{按频段汇总.平均用户数.avg}}  |  n41 平均用户数：{{按频段汇总.平均用户数.n41}}  |  n28 平均用户数：{{按频段汇总.平均用户数.n28}}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2011680"/>
          <a:ext cx="54864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0" y="2011680"/>
          <a:ext cx="5303520" cy="4114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82B49"/>
                </a:solidFill>
              </a:rPr>
              <a:t>下行速率多维统计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E75B6"/>
                </a:solidFill>
              </a:rPr>
              <a:t>峰值：{{速率多维统计.峰值.max}} Mbps  |  谷值：{{速率多维统计.谷值.min}} Mbps  |  均值：{{速率多维统计.均值.avg}} Mbps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2011680"/>
          <a:ext cx="1097280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82B49"/>
                </a:solidFill>
              </a:rPr>
              <a:t>季度指标趋势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595959"/>
                </a:solidFill>
              </a:rPr>
              <a:t>Q1 总用户数：{{季度汇总.总用户数(千人).Q1}}  |  Q2 总用户数：{{季度汇总.总用户数(千人).Q2}}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2011680"/>
          <a:ext cx="1097280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82B49"/>
                </a:solidFill>
              </a:rPr>
              <a:t>— 报告结束 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595959"/>
                </a:solidFill>
              </a:rPr>
              <a:t>本报告由 Excel 统一分析工具 自动生成  |  总分析维度：16  |  数据行数：{{按地区汇总.行数}}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