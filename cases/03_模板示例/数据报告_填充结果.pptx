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{{图表:按地区汇总}}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基站数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华西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11</c:v>
                </c:pt>
                <c:pt idx="2">
                  <c:v>5</c:v>
                </c:pt>
                <c:pt idx="3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{{图表:按频段汇总}}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基站数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n28</c:v>
                </c:pt>
                <c:pt idx="1">
                  <c:v>n41</c:v>
                </c:pt>
                <c:pt idx="2">
                  <c:v>n78</c:v>
                </c:pt>
                <c:pt idx="3">
                  <c:v>n79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13</c:v>
                </c:pt>
                <c:pt idx="2">
                  <c:v>8</c:v>
                </c:pt>
                <c:pt idx="3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总用户数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n28</c:v>
                </c:pt>
                <c:pt idx="1">
                  <c:v>n41</c:v>
                </c:pt>
                <c:pt idx="2">
                  <c:v>n78</c:v>
                </c:pt>
                <c:pt idx="3">
                  <c:v>n79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3233</c:v>
                </c:pt>
                <c:pt idx="1">
                  <c:v>4279</c:v>
                </c:pt>
                <c:pt idx="2">
                  <c:v>2042</c:v>
                </c:pt>
                <c:pt idx="3">
                  <c:v>3430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平均用户数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n28</c:v>
                </c:pt>
                <c:pt idx="1">
                  <c:v>n41</c:v>
                </c:pt>
                <c:pt idx="2">
                  <c:v>n78</c:v>
                </c:pt>
                <c:pt idx="3">
                  <c:v>n79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293.91</c:v>
                </c:pt>
                <c:pt idx="1">
                  <c:v>329.15</c:v>
                </c:pt>
                <c:pt idx="2">
                  <c:v>255.25</c:v>
                </c:pt>
                <c:pt idx="3">
                  <c:v>245.0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{{图表:地区用户占比}}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用户占比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华西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0.4566</c:v>
                </c:pt>
                <c:pt idx="1">
                  <c:v>0.1798</c:v>
                </c:pt>
                <c:pt idx="2">
                  <c:v>0.1336</c:v>
                </c:pt>
                <c:pt idx="3">
                  <c:v>0.23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{{图表:速率多维统计}}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均值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n28</c:v>
                </c:pt>
                <c:pt idx="1">
                  <c:v>n41</c:v>
                </c:pt>
                <c:pt idx="2">
                  <c:v>n78</c:v>
                </c:pt>
                <c:pt idx="3">
                  <c:v>n79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678.3</c:v>
                </c:pt>
                <c:pt idx="1">
                  <c:v>709.45</c:v>
                </c:pt>
                <c:pt idx="2">
                  <c:v>536.17</c:v>
                </c:pt>
                <c:pt idx="3">
                  <c:v>762.35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峰值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n28</c:v>
                </c:pt>
                <c:pt idx="1">
                  <c:v>n41</c:v>
                </c:pt>
                <c:pt idx="2">
                  <c:v>n78</c:v>
                </c:pt>
                <c:pt idx="3">
                  <c:v>n79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1129.1</c:v>
                </c:pt>
                <c:pt idx="1">
                  <c:v>1092.7</c:v>
                </c:pt>
                <c:pt idx="2">
                  <c:v>1099.0</c:v>
                </c:pt>
                <c:pt idx="3">
                  <c:v>1162.5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谷值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n28</c:v>
                </c:pt>
                <c:pt idx="1">
                  <c:v>n41</c:v>
                </c:pt>
                <c:pt idx="2">
                  <c:v>n78</c:v>
                </c:pt>
                <c:pt idx="3">
                  <c:v>n79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244.4</c:v>
                </c:pt>
                <c:pt idx="1">
                  <c:v>207.2</c:v>
                </c:pt>
                <c:pt idx="2">
                  <c:v>326.2</c:v>
                </c:pt>
                <c:pt idx="3">
                  <c:v>305.5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{{图表:季度汇总}}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总用户数(千人)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</c:v>
                </c:pt>
                <c:pt idx="1">
                  <c:v>2.61</c:v>
                </c:pt>
                <c:pt idx="2">
                  <c:v>3.09</c:v>
                </c:pt>
                <c:pt idx="3">
                  <c:v>3.18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平均速率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728.57</c:v>
                </c:pt>
                <c:pt idx="1">
                  <c:v>730.8</c:v>
                </c:pt>
                <c:pt idx="2">
                  <c:v>678.75</c:v>
                </c:pt>
                <c:pt idx="3">
                  <c:v>625.34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标题页</a:t>
            </a:r>
          </a:p>
          <a:p>
            <a:r>
              <a:t>数据源=透视结果.xlsx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82B49"/>
                </a:solidFill>
              </a:rPr>
              <a:t>5G 基站数据分析报告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95959"/>
                </a:solidFill>
              </a:rPr>
              <a:t>总基站数：46  |  总用户数：12984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5959"/>
                </a:solidFill>
              </a:rPr>
              <a:t>覆盖地区数：4  |  频段数：4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各地区基站分布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华东基站数：19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华北基站数：11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华南基站数：5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华西基站数：11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</a:rPr>
              <a:t>平均基站数：11.50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频段维度统计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5959"/>
                </a:solidFill>
              </a:rPr>
              <a:t>n78 平均用户数：280.83  |  n41 平均用户数：329.15  |  n28 平均用户数：293.91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2011680"/>
          <a:ext cx="53035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下行速率多维统计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</a:rPr>
              <a:t>峰值：1162.50 Mbps  |  谷值：207.20 Mbps  |  均值：671.57 Mbps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10972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季度指标趋势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Q1 总用户数：4.10  |  Q2 总用户数：2.61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10972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— 报告结束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5959"/>
                </a:solidFill>
              </a:rPr>
              <a:t>本报告由 Excel 统一分析工具 自动生成  |  总分析维度：16  |  数据行数：4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