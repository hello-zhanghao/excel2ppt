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874558628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87455863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