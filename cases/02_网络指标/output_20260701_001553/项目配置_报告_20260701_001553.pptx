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2026.07.01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19311681412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19311681736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