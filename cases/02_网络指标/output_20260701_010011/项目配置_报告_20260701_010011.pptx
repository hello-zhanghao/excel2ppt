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Excel范围格式(频段 vs 上下行PRB)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Excel范围格式(频段 vs 上下行PRB)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61.6</c:v>
                </c:pt>
                <c:pt idx="1">
                  <c:v>31.6</c:v>
                </c:pt>
                <c:pt idx="2">
                  <c:v>34.2</c:v>
                </c:pt>
                <c:pt idx="3">
                  <c:v>62.8</c:v>
                </c:pt>
                <c:pt idx="4">
                  <c:v>72.4</c:v>
                </c:pt>
                <c:pt idx="5">
                  <c:v>75.4</c:v>
                </c:pt>
                <c:pt idx="6">
                  <c:v>72.5</c:v>
                </c:pt>
                <c:pt idx="7">
                  <c:v>77.4</c:v>
                </c:pt>
                <c:pt idx="8">
                  <c:v>23</c:v>
                </c:pt>
                <c:pt idx="9">
                  <c:v>44.8</c:v>
                </c:pt>
                <c:pt idx="10">
                  <c:v>37.4</c:v>
                </c:pt>
                <c:pt idx="11">
                  <c:v>90.9</c:v>
                </c:pt>
                <c:pt idx="12">
                  <c:v>64.5</c:v>
                </c:pt>
                <c:pt idx="13">
                  <c:v>84.8</c:v>
                </c:pt>
                <c:pt idx="14">
                  <c:v>40.5</c:v>
                </c:pt>
                <c:pt idx="15">
                  <c:v>72.6</c:v>
                </c:pt>
                <c:pt idx="16">
                  <c:v>43.5</c:v>
                </c:pt>
                <c:pt idx="17">
                  <c:v>94.8</c:v>
                </c:pt>
                <c:pt idx="18">
                  <c:v>45</c:v>
                </c:pt>
                <c:pt idx="19">
                  <c:v>68.7</c:v>
                </c:pt>
                <c:pt idx="20">
                  <c:v>70</c:v>
                </c:pt>
                <c:pt idx="21">
                  <c:v>52.1</c:v>
                </c:pt>
                <c:pt idx="22">
                  <c:v>26.9</c:v>
                </c:pt>
                <c:pt idx="23">
                  <c:v>70.6</c:v>
                </c:pt>
                <c:pt idx="24">
                  <c:v>51.8</c:v>
                </c:pt>
                <c:pt idx="25">
                  <c:v>37.3</c:v>
                </c:pt>
                <c:pt idx="26">
                  <c:v>54.6</c:v>
                </c:pt>
                <c:pt idx="27">
                  <c:v>38.2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865327686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865327780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频段带宽占比分布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站点负载散点分析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Excel范围引用示例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混合图表仪表盘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关键指标一句话结论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