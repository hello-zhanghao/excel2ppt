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2951812257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295181226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