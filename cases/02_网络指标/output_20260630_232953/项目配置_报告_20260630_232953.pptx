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2026.06.30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1948588145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19485881659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