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0845811019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2084581136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