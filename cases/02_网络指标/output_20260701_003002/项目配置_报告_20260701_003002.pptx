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59199127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591991603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