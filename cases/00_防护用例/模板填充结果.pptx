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{{图表:按地区汇总}}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总销售额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华东</c:v>
                </c:pt>
                <c:pt idx="1">
                  <c:v>华北</c:v>
                </c:pt>
                <c:pt idx="2">
                  <c:v>华南</c:v>
                </c:pt>
                <c:pt idx="3">
                  <c:v>标量消费者</c:v>
                </c:pt>
                <c:pt idx="4">
                  <c:v>地区</c:v>
                </c:pt>
                <c:pt idx="5">
                  <c:v>华东</c:v>
                </c:pt>
                <c:pt idx="6">
                  <c:v>华北</c:v>
                </c:pt>
                <c:pt idx="7">
                  <c:v>华南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4800.0</c:v>
                </c:pt>
                <c:pt idx="1">
                  <c:v>3300.0</c:v>
                </c:pt>
                <c:pt idx="2">
                  <c:v>4650.0</c:v>
                </c:pt>
                <c:pt idx="3">
                  <c:v>0.0</c:v>
                </c:pt>
                <c:pt idx="4">
                  <c:v>0.0</c:v>
                </c:pt>
                <c:pt idx="5">
                  <c:v>390.0</c:v>
                </c:pt>
                <c:pt idx="6">
                  <c:v>270.0</c:v>
                </c:pt>
                <c:pt idx="7">
                  <c:v>370.0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总销量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华东</c:v>
                </c:pt>
                <c:pt idx="1">
                  <c:v>华北</c:v>
                </c:pt>
                <c:pt idx="2">
                  <c:v>华南</c:v>
                </c:pt>
                <c:pt idx="3">
                  <c:v>标量消费者</c:v>
                </c:pt>
                <c:pt idx="4">
                  <c:v>地区</c:v>
                </c:pt>
                <c:pt idx="5">
                  <c:v>华东</c:v>
                </c:pt>
                <c:pt idx="6">
                  <c:v>华北</c:v>
                </c:pt>
                <c:pt idx="7">
                  <c:v>华南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390.0</c:v>
                </c:pt>
                <c:pt idx="1">
                  <c:v>270.0</c:v>
                </c:pt>
                <c:pt idx="2">
                  <c:v>370.0</c:v>
                </c:pt>
                <c:pt idx="3">
                  <c:v>0.0</c:v>
                </c:pt>
                <c:pt idx="4">
                  <c:v>0.0</c:v>
                </c:pt>
                <c:pt idx="5">
                  <c:v>0.0306</c:v>
                </c:pt>
                <c:pt idx="6">
                  <c:v>0.0212</c:v>
                </c:pt>
                <c:pt idx="7">
                  <c:v>0.029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模板测试</a:t>
            </a:r>
          </a:p>
          <a:p>
            <a:r>
              <a:t>数据源=透视结果.xlsx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数据报告 -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总销售额: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总销量: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行数: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华东销售额: 4800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66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华北销售额: 3300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0" y="1371600"/>
          <a:ext cx="5029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